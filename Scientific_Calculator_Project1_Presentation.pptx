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5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0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0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5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17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59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4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2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0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0074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24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821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81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08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99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1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Scientific Calculator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Developed Using Python &amp; Tkinter</a:t>
            </a:r>
          </a:p>
          <a:p>
            <a:r>
              <a:t>Your Name</a:t>
            </a:r>
          </a:p>
          <a:p>
            <a:r>
              <a:t>Project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develop a Scientific Calculator</a:t>
            </a:r>
          </a:p>
          <a:p>
            <a:r>
              <a:t>• Using Python</a:t>
            </a:r>
          </a:p>
          <a:p>
            <a:r>
              <a:t>• With GUI Interface</a:t>
            </a:r>
          </a:p>
          <a:p>
            <a:r>
              <a:t>• Performing basic and scientific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Tkinter (GUI Library)</a:t>
            </a:r>
          </a:p>
          <a:p>
            <a:r>
              <a:t>• Visual Studio Code (VS Code)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Equation display screen</a:t>
            </a:r>
          </a:p>
          <a:p>
            <a:r>
              <a:t>• Numeric buttons</a:t>
            </a:r>
          </a:p>
          <a:p>
            <a:r>
              <a:t>• +, −, ×, ÷ operations</a:t>
            </a:r>
          </a:p>
          <a:p>
            <a:r>
              <a:t>• Scientific functions (sin, cos, tan, √, x²)</a:t>
            </a:r>
          </a:p>
          <a:p>
            <a:r>
              <a:t>• Equal (=)</a:t>
            </a:r>
          </a:p>
          <a:p>
            <a:r>
              <a:t>• Clear (C)</a:t>
            </a:r>
          </a:p>
          <a:p>
            <a:r>
              <a:t>• 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Tk() → Creates the main application window</a:t>
            </a:r>
          </a:p>
          <a:p>
            <a:r>
              <a:t>• Entry() → Creates the display screen</a:t>
            </a:r>
          </a:p>
          <a:p>
            <a:r>
              <a:t>• Button() → Creates clickable buttons</a:t>
            </a:r>
          </a:p>
          <a:p>
            <a:r>
              <a:t>• eval() → Evaluates mathematical expressions</a:t>
            </a:r>
          </a:p>
          <a:p>
            <a:r>
              <a:t>• math module → Performs scientific calculations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131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Scientific Calculator Application</vt:lpstr>
      <vt:lpstr>Project Objective</vt:lpstr>
      <vt:lpstr>Technologies Used</vt:lpstr>
      <vt:lpstr>Features</vt:lpstr>
      <vt:lpstr>Code Explanation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Navajyoti Shiv Sharma</cp:lastModifiedBy>
  <cp:revision>2</cp:revision>
  <dcterms:created xsi:type="dcterms:W3CDTF">2013-01-27T09:14:16Z</dcterms:created>
  <dcterms:modified xsi:type="dcterms:W3CDTF">2026-02-19T17:46:43Z</dcterms:modified>
  <cp:category/>
</cp:coreProperties>
</file>